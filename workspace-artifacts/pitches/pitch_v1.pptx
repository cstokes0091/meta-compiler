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META-COMPILER Stage 4 Pitch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Why the loop works, what it built, and why the creator wins.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Stage 0 defines the problem. Stage 1 builds and tests the wiki. Stage 2 captures judgment. Stage 3 scaffolds execution. Stage 4 executes and pitches.</a:t>
            </a:r>
          </a:p>
          <a:p>
            <a:pPr/>
            <a:r>
              <a:t>Fresh context between stages keeps the artifacts cleaner than a single long-running chat.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Creator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creator makes the narrow, high-value decisions while the system handles repeatable research and packaging work.</a:t>
            </a:r>
          </a:p>
          <a:p>
            <a:pPr/>
            <a:r>
              <a:t>Decision Log v1 is the explicit contract that downstream stages respect.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Was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Project type: hybrid</a:t>
            </a:r>
          </a:p>
          <a:p>
            <a:pPr/>
            <a:r>
              <a:t>Wiki name: Not named yet</a:t>
            </a:r>
          </a:p>
          <a:p>
            <a:pPr/>
            <a:r>
              <a:t>Execution output directory: /Users/christianstokes/Downloads/META-COMPILER/workspace-artifacts/executions/v1</a:t>
            </a:r>
          </a:p>
          <a:p>
            <a:pPr/>
            <a:r>
              <a:t>algorithm-output: /Users/christianstokes/Downloads/META-COMPILER/workspace-artifacts/executions/v1/algorithm_output.md</a:t>
            </a:r>
          </a:p>
          <a:p>
            <a:pPr/>
            <a:r>
              <a:t>report-output: /Users/christianstokes/Downloads/META-COMPILER/workspace-artifacts/executions/v1/report_output.md</a:t>
            </a:r>
          </a:p>
          <a:p>
            <a:pPr/>
            <a:r>
              <a:t>final-product-summary: /Users/christianstokes/Downloads/META-COMPILER/workspace-artifacts/executions/v1/final_product_summary.md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Loop Is Good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It is traceable: prompts, markdown, citations, and generated agents all resolve to files.</a:t>
            </a:r>
          </a:p>
          <a:p>
            <a:pPr/>
            <a:r>
              <a:t>It is extensible: review search, re-entry, and final packaging are stage-aware rather than ad hoc.</a:t>
            </a:r>
          </a:p>
          <a:p>
            <a:pPr/>
            <a:r>
              <a:t>It is portable: generated agents share the same explore/research delegation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Sell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This is not just a scaffold generator. It is a governed build loop with explicit evidence, decisions, and execution handoff.</a:t>
            </a:r>
          </a:p>
          <a:p>
            <a:pPr/>
            <a:r>
              <a:t>The same pipeline that explains the work also produces the output and the pitch for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